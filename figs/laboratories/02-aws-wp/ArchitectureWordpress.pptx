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96"/>
    <p:restoredTop sz="94658"/>
  </p:normalViewPr>
  <p:slideViewPr>
    <p:cSldViewPr snapToGrid="0">
      <p:cViewPr varScale="1">
        <p:scale>
          <a:sx n="88" d="100"/>
          <a:sy n="88" d="100"/>
        </p:scale>
        <p:origin x="18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26D14-84F1-CC68-B1D8-EAB45A4B9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D6CDA9-F6F9-1D7C-7979-CD1CB60D6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2EA457-B542-FE19-BB83-F21E220B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B1E865-AD1E-A070-CFCE-71B23ABA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28ACEC-2DAF-178E-9C23-F80EEF94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01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7B3BB-5972-E059-9FFE-B9C8C2DC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28D217-7030-C44F-580C-12F27E744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813F77-38A7-05C1-DB88-D10A2074F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A3C286-8140-3CF3-FF97-7B30B206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511DEC-B654-37DD-C16A-A887F425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494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6F0CB-AA65-F4CC-2FFC-E79339C2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D571D4-D900-6EB0-E27E-5D7318EA3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5538C-A617-50D6-D42B-3A8F710F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8C4FE0-19E0-6BD2-7779-8F7F57E1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47B1A9-B5A0-7C75-FC1C-B48E68FB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324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B2F5E-6B20-E6E4-596A-A67FC544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C4AC5E-E634-0FF4-3938-47813D275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9EB47-5DDB-60AE-09F9-A7637845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0457E0-C91C-4522-454B-037771F8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DADB5A-C96C-AE9C-C48A-266BE3B8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FC4675-2110-F5D3-F399-5A04C79D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071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AF95-6FF8-E668-29A3-AFC67DEF1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6BEFE6-3ACE-10E4-C5B6-7CAEAC7C0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3CF399-77DF-F90F-22D7-F69D7F21E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3D3CCE-6A46-2CA7-436B-27DAF2D75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236959-F02E-1B2E-3391-14AA89FDE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DBCA98-78AC-55B9-5CA2-88A3AE45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5B40DD-5247-634A-1566-8CB51C8B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328B98B-379C-15B0-EA9C-B5A2BD12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074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FB753-04A5-C4EF-4A5D-7508BD2C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B3082E-9336-F58E-4CB5-6C682252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4DCF682-20BB-2B8C-B486-ECF68C0B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6679B9-E4A5-7B6C-5904-659290C9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74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604652-9ABC-9ABC-52D7-B42BF6FA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8502B0-7D69-49F1-2736-674035B3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11069-4932-10E8-F057-B1202956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68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3DC2B-1BD6-42DC-5608-2BFCA811B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BD120-D23D-F040-7E08-1D08A030F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8F42D4-530A-F334-058B-2EF018C7A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376388-E02D-C19C-CD03-3FF8D395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B8C67-346C-63F4-B017-9BEC4E56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EEAEB2-2B7E-3A2A-485C-92A1A647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428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326AA-1FE8-9972-9F4B-BF8C8C5C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972943-76EC-B38E-9EA6-09F9B3FE9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6BA6B2-3A68-C1E8-6535-A43FD8A1B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3E279B-CA4F-697C-4510-E0A065B6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8B4EC-A243-39D2-5FFA-8D8F1167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B67D33-ADEA-5FBE-35D0-CC1FE386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11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E8D22-31C5-BAB2-9F0A-38579264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A7846A-4962-2CA4-B54D-E29B81624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43D33E-87E2-90CC-78E3-CCDF0F5A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8C8C6C-DEF1-4A42-845F-0612B971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5ECBE5-18F9-197F-1DFB-F1679467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79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F634E1-53AE-31D0-CE70-A7C752DFF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425D1E-776A-B392-0F7F-1A07815FC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DCBB9F-FC4A-A5C1-77FE-9207513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8E786-9CA0-09E6-51BE-D4B3B2F3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0EC3F2-F2A5-4B48-B1FB-694FE80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10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4345C4-DBE1-E660-4D4D-FBF4DE28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BFB756-BC0C-C008-95A2-A7B4ADF97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CE58A6-AA23-D4A0-31AA-E560E8418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AAD20-B3A8-7849-94E4-CE929770EC61}" type="datetimeFigureOut">
              <a:rPr lang="es-ES" smtClean="0"/>
              <a:t>27/11/25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164347-3EDA-2BCB-7078-E99BFC7D7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7FB3F7-40FC-9D74-E02E-E441D0A4D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FEE92-6173-9E4B-AADD-7A57EB8E1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061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redondeado 33">
            <a:extLst>
              <a:ext uri="{FF2B5EF4-FFF2-40B4-BE49-F238E27FC236}">
                <a16:creationId xmlns:a16="http://schemas.microsoft.com/office/drawing/2014/main" id="{2A38441C-0BD9-6F40-DD83-EC430BCE5807}"/>
              </a:ext>
            </a:extLst>
          </p:cNvPr>
          <p:cNvSpPr/>
          <p:nvPr/>
        </p:nvSpPr>
        <p:spPr>
          <a:xfrm>
            <a:off x="4901941" y="667266"/>
            <a:ext cx="2533131" cy="2610530"/>
          </a:xfrm>
          <a:prstGeom prst="roundRect">
            <a:avLst/>
          </a:prstGeom>
          <a:noFill/>
          <a:ln w="88900">
            <a:solidFill>
              <a:schemeClr val="tx2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ángulo redondeado 48">
            <a:extLst>
              <a:ext uri="{FF2B5EF4-FFF2-40B4-BE49-F238E27FC236}">
                <a16:creationId xmlns:a16="http://schemas.microsoft.com/office/drawing/2014/main" id="{BA8B5C23-1CA0-F11E-438D-4C858474C43B}"/>
              </a:ext>
            </a:extLst>
          </p:cNvPr>
          <p:cNvSpPr/>
          <p:nvPr/>
        </p:nvSpPr>
        <p:spPr>
          <a:xfrm>
            <a:off x="5581441" y="3047274"/>
            <a:ext cx="1582145" cy="580767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 w="476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31AE4B04-614A-4B49-85F6-0D00E430322C}"/>
              </a:ext>
            </a:extLst>
          </p:cNvPr>
          <p:cNvSpPr/>
          <p:nvPr/>
        </p:nvSpPr>
        <p:spPr>
          <a:xfrm>
            <a:off x="714310" y="667265"/>
            <a:ext cx="2699951" cy="2610530"/>
          </a:xfrm>
          <a:prstGeom prst="roundRect">
            <a:avLst/>
          </a:prstGeom>
          <a:noFill/>
          <a:ln w="88900">
            <a:solidFill>
              <a:schemeClr val="tx2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 redondeado 49">
            <a:extLst>
              <a:ext uri="{FF2B5EF4-FFF2-40B4-BE49-F238E27FC236}">
                <a16:creationId xmlns:a16="http://schemas.microsoft.com/office/drawing/2014/main" id="{BEB51722-4E65-B7E2-71CE-3EA0626D4A57}"/>
              </a:ext>
            </a:extLst>
          </p:cNvPr>
          <p:cNvSpPr/>
          <p:nvPr/>
        </p:nvSpPr>
        <p:spPr>
          <a:xfrm>
            <a:off x="1241291" y="3024814"/>
            <a:ext cx="1582145" cy="580767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 w="476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2281F0EE-D21F-0B59-DDBE-62C5AC50D861}"/>
              </a:ext>
            </a:extLst>
          </p:cNvPr>
          <p:cNvSpPr/>
          <p:nvPr/>
        </p:nvSpPr>
        <p:spPr>
          <a:xfrm>
            <a:off x="0" y="119447"/>
            <a:ext cx="12070080" cy="4925889"/>
          </a:xfrm>
          <a:prstGeom prst="roundRect">
            <a:avLst/>
          </a:prstGeom>
          <a:noFill/>
          <a:ln w="889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B483A509-FA43-10FB-C160-2AD630A14CC1}"/>
              </a:ext>
            </a:extLst>
          </p:cNvPr>
          <p:cNvSpPr/>
          <p:nvPr/>
        </p:nvSpPr>
        <p:spPr>
          <a:xfrm>
            <a:off x="7728706" y="4741666"/>
            <a:ext cx="1582145" cy="580767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FB185797-A193-54B6-4E4B-B7302F7FB145}"/>
              </a:ext>
            </a:extLst>
          </p:cNvPr>
          <p:cNvSpPr/>
          <p:nvPr/>
        </p:nvSpPr>
        <p:spPr>
          <a:xfrm>
            <a:off x="438968" y="419268"/>
            <a:ext cx="7195546" cy="4163386"/>
          </a:xfrm>
          <a:prstGeom prst="roundRect">
            <a:avLst/>
          </a:prstGeom>
          <a:noFill/>
          <a:ln w="889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88FF64C-F38E-A57B-312C-8B5BD8D5798E}"/>
              </a:ext>
            </a:extLst>
          </p:cNvPr>
          <p:cNvSpPr/>
          <p:nvPr/>
        </p:nvSpPr>
        <p:spPr>
          <a:xfrm>
            <a:off x="940851" y="1186248"/>
            <a:ext cx="2125362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476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670B82-A7C3-EA53-5987-FE6A90C47DF9}"/>
              </a:ext>
            </a:extLst>
          </p:cNvPr>
          <p:cNvSpPr txBox="1"/>
          <p:nvPr/>
        </p:nvSpPr>
        <p:spPr>
          <a:xfrm>
            <a:off x="1385693" y="1320282"/>
            <a:ext cx="1388071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b="1" dirty="0"/>
              <a:t>        RDS</a:t>
            </a:r>
          </a:p>
          <a:p>
            <a:r>
              <a:rPr lang="es-ES" b="1" dirty="0"/>
              <a:t>MySQL DB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6FD8CBCF-1FFC-0398-91A3-B9F1A9B9168C}"/>
              </a:ext>
            </a:extLst>
          </p:cNvPr>
          <p:cNvSpPr/>
          <p:nvPr/>
        </p:nvSpPr>
        <p:spPr>
          <a:xfrm>
            <a:off x="5157315" y="1186248"/>
            <a:ext cx="2125362" cy="9144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476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B35F40B-A76B-7C97-712D-36FE99F24D9B}"/>
              </a:ext>
            </a:extLst>
          </p:cNvPr>
          <p:cNvSpPr txBox="1"/>
          <p:nvPr/>
        </p:nvSpPr>
        <p:spPr>
          <a:xfrm>
            <a:off x="5392092" y="1320282"/>
            <a:ext cx="1729946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b="1" dirty="0"/>
              <a:t>            EC2</a:t>
            </a:r>
          </a:p>
          <a:p>
            <a:r>
              <a:rPr lang="es-ES" b="1" dirty="0"/>
              <a:t>Amazon Linux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D26785-6D4C-96C3-4FF0-0B1488BF2A4D}"/>
              </a:ext>
            </a:extLst>
          </p:cNvPr>
          <p:cNvSpPr txBox="1"/>
          <p:nvPr/>
        </p:nvSpPr>
        <p:spPr>
          <a:xfrm>
            <a:off x="1493761" y="3121943"/>
            <a:ext cx="1089452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b="1" dirty="0" err="1"/>
              <a:t>Subnet</a:t>
            </a:r>
            <a:endParaRPr lang="es-ES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9A69D2-5201-4F1B-F9D1-E47D5B702D10}"/>
              </a:ext>
            </a:extLst>
          </p:cNvPr>
          <p:cNvSpPr txBox="1"/>
          <p:nvPr/>
        </p:nvSpPr>
        <p:spPr>
          <a:xfrm>
            <a:off x="5889514" y="3157801"/>
            <a:ext cx="1009982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b="1" dirty="0" err="1"/>
              <a:t>Subnet</a:t>
            </a:r>
            <a:endParaRPr lang="es-ES" b="1" dirty="0"/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20139AA9-4453-55C2-D310-A35CC0123323}"/>
              </a:ext>
            </a:extLst>
          </p:cNvPr>
          <p:cNvSpPr/>
          <p:nvPr/>
        </p:nvSpPr>
        <p:spPr>
          <a:xfrm>
            <a:off x="3348986" y="3299837"/>
            <a:ext cx="1729946" cy="7803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476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BF940AD-3881-02F0-1C2E-10FE366EFC05}"/>
              </a:ext>
            </a:extLst>
          </p:cNvPr>
          <p:cNvSpPr txBox="1"/>
          <p:nvPr/>
        </p:nvSpPr>
        <p:spPr>
          <a:xfrm>
            <a:off x="3642515" y="3343924"/>
            <a:ext cx="1291159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dirty="0"/>
              <a:t> </a:t>
            </a:r>
            <a:r>
              <a:rPr lang="es-ES" b="1" dirty="0"/>
              <a:t>Internet</a:t>
            </a:r>
          </a:p>
          <a:p>
            <a:r>
              <a:rPr lang="es-ES" b="1" dirty="0"/>
              <a:t>Gateway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59079E3-3A7B-5860-7E77-61E70AC0DF50}"/>
              </a:ext>
            </a:extLst>
          </p:cNvPr>
          <p:cNvSpPr txBox="1"/>
          <p:nvPr/>
        </p:nvSpPr>
        <p:spPr>
          <a:xfrm>
            <a:off x="7790250" y="4864244"/>
            <a:ext cx="1235676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dirty="0"/>
              <a:t>      </a:t>
            </a:r>
            <a:r>
              <a:rPr lang="es-ES" b="1" dirty="0" err="1"/>
              <a:t>Region</a:t>
            </a:r>
            <a:endParaRPr lang="es-ES" b="1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FB37C24A-02D2-5645-CDFF-F1A0E8026DCB}"/>
              </a:ext>
            </a:extLst>
          </p:cNvPr>
          <p:cNvSpPr/>
          <p:nvPr/>
        </p:nvSpPr>
        <p:spPr>
          <a:xfrm>
            <a:off x="3156690" y="5824153"/>
            <a:ext cx="21253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476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B162CD-1294-E41D-AC58-D730EE40788A}"/>
              </a:ext>
            </a:extLst>
          </p:cNvPr>
          <p:cNvSpPr txBox="1"/>
          <p:nvPr/>
        </p:nvSpPr>
        <p:spPr>
          <a:xfrm>
            <a:off x="3502677" y="6069400"/>
            <a:ext cx="1235676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dirty="0"/>
              <a:t>      </a:t>
            </a:r>
            <a:r>
              <a:rPr lang="es-ES" b="1" dirty="0" err="1"/>
              <a:t>Users</a:t>
            </a:r>
            <a:endParaRPr lang="es-ES" b="1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4C14AC6-9FF9-4085-BE95-28592AD025DC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>
            <a:off x="3066213" y="1643448"/>
            <a:ext cx="2091102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793C7A3-8E54-7049-B0E7-A8D1C06A7A59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4213959" y="2100648"/>
            <a:ext cx="2006037" cy="1199189"/>
          </a:xfrm>
          <a:prstGeom prst="straightConnector1">
            <a:avLst/>
          </a:prstGeom>
          <a:ln w="76200">
            <a:solidFill>
              <a:srgbClr val="00B050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EE7A2A4-4FA1-C325-4CCE-E4CAC8A1EA43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213959" y="4080203"/>
            <a:ext cx="5412" cy="1743950"/>
          </a:xfrm>
          <a:prstGeom prst="straightConnector1">
            <a:avLst/>
          </a:prstGeom>
          <a:ln w="76200">
            <a:solidFill>
              <a:srgbClr val="7030A0"/>
            </a:solidFill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7344DA6-4533-53E3-1E11-44C8B7A853EF}"/>
              </a:ext>
            </a:extLst>
          </p:cNvPr>
          <p:cNvSpPr txBox="1"/>
          <p:nvPr/>
        </p:nvSpPr>
        <p:spPr>
          <a:xfrm>
            <a:off x="5563027" y="729047"/>
            <a:ext cx="1379231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b="1" dirty="0" err="1"/>
              <a:t>Wordpress</a:t>
            </a:r>
            <a:endParaRPr lang="es-ES" b="1" dirty="0"/>
          </a:p>
        </p:txBody>
      </p: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68441932-DF9D-BF97-4A98-D642BD85CC43}"/>
              </a:ext>
            </a:extLst>
          </p:cNvPr>
          <p:cNvSpPr/>
          <p:nvPr/>
        </p:nvSpPr>
        <p:spPr>
          <a:xfrm>
            <a:off x="438968" y="4001887"/>
            <a:ext cx="1582145" cy="580767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 w="476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03D4392-054A-497D-F19D-E954DF33FD39}"/>
              </a:ext>
            </a:extLst>
          </p:cNvPr>
          <p:cNvSpPr txBox="1"/>
          <p:nvPr/>
        </p:nvSpPr>
        <p:spPr>
          <a:xfrm>
            <a:off x="305814" y="3996353"/>
            <a:ext cx="1715299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dirty="0"/>
              <a:t>      </a:t>
            </a:r>
            <a:r>
              <a:rPr lang="es-ES" b="1" dirty="0" err="1"/>
              <a:t>Availability</a:t>
            </a:r>
            <a:endParaRPr lang="es-ES" b="1" dirty="0"/>
          </a:p>
          <a:p>
            <a:r>
              <a:rPr lang="es-ES" b="1" dirty="0"/>
              <a:t>             </a:t>
            </a:r>
            <a:r>
              <a:rPr lang="es-ES" b="1" dirty="0" err="1"/>
              <a:t>Zone</a:t>
            </a:r>
            <a:endParaRPr lang="es-ES" b="1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782F1FF-840A-1511-205D-117798383D9C}"/>
              </a:ext>
            </a:extLst>
          </p:cNvPr>
          <p:cNvSpPr txBox="1"/>
          <p:nvPr/>
        </p:nvSpPr>
        <p:spPr>
          <a:xfrm>
            <a:off x="5952269" y="3776359"/>
            <a:ext cx="642547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b="1" dirty="0"/>
              <a:t>VPC</a:t>
            </a:r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A4A39A5D-BC93-D57D-4C33-E6439C3ED93C}"/>
              </a:ext>
            </a:extLst>
          </p:cNvPr>
          <p:cNvSpPr/>
          <p:nvPr/>
        </p:nvSpPr>
        <p:spPr>
          <a:xfrm>
            <a:off x="9205807" y="421768"/>
            <a:ext cx="2555582" cy="4160885"/>
          </a:xfrm>
          <a:prstGeom prst="roundRect">
            <a:avLst/>
          </a:prstGeom>
          <a:noFill/>
          <a:ln w="889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D582E60C-A775-B7C2-0DAF-0947179D0671}"/>
              </a:ext>
            </a:extLst>
          </p:cNvPr>
          <p:cNvSpPr/>
          <p:nvPr/>
        </p:nvSpPr>
        <p:spPr>
          <a:xfrm>
            <a:off x="10255783" y="3973058"/>
            <a:ext cx="1582145" cy="580767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 w="4762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337C0B-194C-F8BA-363C-24564AE739F0}"/>
              </a:ext>
            </a:extLst>
          </p:cNvPr>
          <p:cNvSpPr txBox="1"/>
          <p:nvPr/>
        </p:nvSpPr>
        <p:spPr>
          <a:xfrm>
            <a:off x="10122629" y="3967524"/>
            <a:ext cx="1715299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s-ES" dirty="0"/>
              <a:t>      </a:t>
            </a:r>
            <a:r>
              <a:rPr lang="es-ES" b="1" dirty="0" err="1"/>
              <a:t>Availability</a:t>
            </a:r>
            <a:endParaRPr lang="es-ES" b="1" dirty="0"/>
          </a:p>
          <a:p>
            <a:r>
              <a:rPr lang="es-ES" b="1" dirty="0"/>
              <a:t>             </a:t>
            </a:r>
            <a:r>
              <a:rPr lang="es-ES" b="1" dirty="0" err="1"/>
              <a:t>Zone</a:t>
            </a:r>
            <a:endParaRPr lang="es-ES" b="1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D29E45E-2590-0CCA-B498-11DAF9016EDD}"/>
              </a:ext>
            </a:extLst>
          </p:cNvPr>
          <p:cNvCxnSpPr>
            <a:cxnSpLocks/>
            <a:stCxn id="31" idx="3"/>
            <a:endCxn id="2" idx="1"/>
          </p:cNvCxnSpPr>
          <p:nvPr/>
        </p:nvCxnSpPr>
        <p:spPr>
          <a:xfrm>
            <a:off x="7634514" y="2500961"/>
            <a:ext cx="1571293" cy="1250"/>
          </a:xfrm>
          <a:prstGeom prst="line">
            <a:avLst/>
          </a:prstGeom>
          <a:ln w="79375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7887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27</Words>
  <Application>Microsoft Macintosh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 Xavier Solsona Tehas</dc:creator>
  <cp:lastModifiedBy>Francesc Xavier Solsona Tehas</cp:lastModifiedBy>
  <cp:revision>3</cp:revision>
  <dcterms:created xsi:type="dcterms:W3CDTF">2025-11-26T18:49:04Z</dcterms:created>
  <dcterms:modified xsi:type="dcterms:W3CDTF">2025-11-27T17:53:44Z</dcterms:modified>
</cp:coreProperties>
</file>